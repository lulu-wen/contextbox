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8" r:id="rId6"/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EA208B8-77B0-4F61-8541-48CAAFA7350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5040000"/>
            <a:ext cx="648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私人備忘甲：這張講太快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360000" y="5040000"/>
            <a:ext cx="648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私人備忘乙：學生看起來很睏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360000" y="5040000"/>
            <a:ext cx="648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私人備忘丙：下次補充環狀佇列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C5F5A-0C9E-47F0-A930-3F254F432E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724A72-9163-4E5B-AA9E-024C336105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50967C6-658B-4AB5-8FE9-793E143BF04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360000" y="360000"/>
            <a:ext cx="86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甲：課程介紹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60000" y="180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資料結構概論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&amp; 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評分方式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第二段落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86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乙：堆疊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後進先出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LIFO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86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丙：佇列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" name=""/>
          <p:cNvGraphicFramePr/>
          <p:nvPr/>
        </p:nvGraphicFramePr>
        <p:xfrm>
          <a:off x="360000" y="1800000"/>
          <a:ext cx="8640000" cy="2160000"/>
        </p:xfrm>
        <a:graphic>
          <a:graphicData uri="http://schemas.openxmlformats.org/drawingml/2006/table">
            <a:tbl>
              <a:tblPr/>
              <a:tblGrid>
                <a:gridCol w="4320000"/>
                <a:gridCol w="4320000"/>
              </a:tblGrid>
              <a:tr h="216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zh-CN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先進先出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FIFO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